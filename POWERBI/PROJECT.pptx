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F04D3-12BA-7E46-4997-0AD6168F77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F1EE7-52FE-DA8D-B9EB-713714FA98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7F7EF-1D79-8BE9-F8E6-D5EF8B100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3FE73-1D4F-432C-9BFB-1E5B14D7039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907EE-824B-4EAE-D242-209E8F7D4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968E0-D010-6BAB-62E9-B0590D7CF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78B28-3396-46B5-8596-A021A7714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306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D7F88-1EEB-CF94-A306-EE4CF2FE0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0FC63-7BEB-F74E-F8E4-04FE7FF00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7A1E5-390F-E9FB-7328-D9CD46C75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3FE73-1D4F-432C-9BFB-1E5B14D7039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5ACCA-125A-5B28-C4EC-F66D3CBE6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0C72F-6731-04EC-57BA-3A3AFFB60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78B28-3396-46B5-8596-A021A7714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386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1A845-B137-70AB-6C30-008774FE2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CE397-53DC-5944-A273-CD25B574F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5594E-7850-FBF0-C215-EACA6BB95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3FE73-1D4F-432C-9BFB-1E5B14D7039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785FF-0BB3-AFAE-E7C8-81F6ABA03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64EFA-D210-46F4-850A-16A60DA01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78B28-3396-46B5-8596-A021A7714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676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A8521-84A2-2755-DEB3-6E006BE3C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61BBF-F5D2-FBB6-62B8-97B7752ADE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1FC8B2-DF99-146A-078B-B65EE2994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C9A1B5-9F39-6BE0-74C3-79E2A4715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3FE73-1D4F-432C-9BFB-1E5B14D7039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4D413-06B7-35DA-A87E-4A09F54E8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D7B3F-829D-80F4-6706-EFBF597D0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78B28-3396-46B5-8596-A021A7714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66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D9388-B897-E715-577C-809454845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347E7-8B62-0436-CA27-F7BD091E3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3A9FB8-D86A-AE4F-CBAD-2C5861855B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6588C1-4A61-1B5C-063C-054E7FB496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316CFD-35C2-CFB5-2699-6C87BD56B3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869A68-6974-6CD3-25E9-0F3D7891A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3FE73-1D4F-432C-9BFB-1E5B14D7039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A105DE-CBF6-8633-8472-4FD48B2FF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6B1A4-2FCE-B31C-96C1-B8C33E0B6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78B28-3396-46B5-8596-A021A7714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2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30D1-D5E2-A602-F8C6-03C3F2986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37A3A2-0280-2439-84D5-80CAE53F7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3FE73-1D4F-432C-9BFB-1E5B14D7039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9642B1-45D3-FCA0-BC0E-CC7D4A5CF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C24EFE-69AA-F9E0-D364-48E0065BC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78B28-3396-46B5-8596-A021A7714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212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804C41-C9EE-BD05-6B24-BF11664AA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3FE73-1D4F-432C-9BFB-1E5B14D7039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CB3CBB-E12C-D418-FAF6-A10B4D975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37F5C-EF06-F6DC-529C-F4C47A541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78B28-3396-46B5-8596-A021A7714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933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52D37-73B2-6B73-4098-5408235F1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7D836-836F-C135-9358-723F42E1D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2CA5F-29BB-D447-3074-091334D6A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75E4D8-FC20-873F-9E14-AFA12613C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3FE73-1D4F-432C-9BFB-1E5B14D7039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AD4FB2-F6AE-AD14-117F-4DB0374AB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8EE569-36AC-4BC1-8E8B-3CF76B8A4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78B28-3396-46B5-8596-A021A7714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16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4D823-3FF2-04E5-7181-4386D10F5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17B38A-E204-D760-D607-D332D96555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267CFC-B446-5A2B-C84F-201625FBBB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F0591-4AE0-E0F0-DE9A-058F4DB00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3FE73-1D4F-432C-9BFB-1E5B14D7039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1968FA-0C41-AFCD-F1B4-4AA04E0E1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DA2D9-5D83-7337-DE10-72684C7B6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78B28-3396-46B5-8596-A021A7714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708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C371B-73A9-19EF-7AE2-E56421DFE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EBE826-F8A0-D569-F6FD-D284177C0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DE87E-EA32-8785-3A10-A54EE2E8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3FE73-1D4F-432C-9BFB-1E5B14D7039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B3C66-8A64-9CC8-4108-1840FF3CD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C4E29-FA0D-97F6-C5C7-4ABD0BF2B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78B28-3396-46B5-8596-A021A7714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022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E93385-F3AC-F034-255F-37D9F8F5A6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782792-A5FD-B5D9-BBAA-04D128226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6E3BD-DFED-BBCB-06D0-468248A3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3FE73-1D4F-432C-9BFB-1E5B14D7039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DE300-7C48-6B30-1EAB-3E2CD48DA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62FD9-E57B-A84C-C28B-9E7D6FD57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78B28-3396-46B5-8596-A021A7714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151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31CC13-4F0E-007B-BAF7-FFC567D54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C3E65-9934-7032-7F86-9F3222638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30E42-98C5-759B-2411-C9D0A79043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63FE73-1D4F-432C-9BFB-1E5B14D7039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975D6-225C-8E2C-C321-19F6CD094E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32976-947C-763A-ED53-95EC52CCA6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78B28-3396-46B5-8596-A021A7714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234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D7EFC9-A369-54C7-4610-1FEB99AD50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7" y="0"/>
            <a:ext cx="121333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885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43A641-0FC4-F4ED-A247-211660C710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531"/>
            <a:ext cx="12192000" cy="6818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749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7EB298-7896-FB47-9006-D609CB959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21"/>
            <a:ext cx="12192000" cy="682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267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dilshadkmmuhammad@gmail.com</dc:creator>
  <cp:lastModifiedBy>dilshadkmmuhammad@gmail.com</cp:lastModifiedBy>
  <cp:revision>1</cp:revision>
  <dcterms:created xsi:type="dcterms:W3CDTF">2025-06-05T09:23:21Z</dcterms:created>
  <dcterms:modified xsi:type="dcterms:W3CDTF">2025-06-05T09:23:50Z</dcterms:modified>
</cp:coreProperties>
</file>